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ygada 1918 Bold" panose="020B0604020202020204" charset="0"/>
      <p:regular r:id="rId13"/>
    </p:embeddedFont>
    <p:embeddedFont>
      <p:font typeface="Montserrat Medium" panose="00000600000000000000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310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2272506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AI-Based Fake Review Detection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196254" y="3729335"/>
            <a:ext cx="637107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Detect fraudulent reviews with a scalable platform that combines text mining, metadata analysis, and machine learning to protect trust across e-commerce and review platforms.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83FCB-BFBC-706C-A1AC-A792B8E65D92}"/>
              </a:ext>
            </a:extLst>
          </p:cNvPr>
          <p:cNvSpPr txBox="1"/>
          <p:nvPr/>
        </p:nvSpPr>
        <p:spPr>
          <a:xfrm>
            <a:off x="5357004" y="5607170"/>
            <a:ext cx="2967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Mr.RAVADA</a:t>
            </a:r>
            <a:r>
              <a:rPr lang="en-IN" dirty="0"/>
              <a:t> PRAVEEN KUMAR</a:t>
            </a:r>
          </a:p>
          <a:p>
            <a:r>
              <a:rPr lang="en-IN" dirty="0"/>
              <a:t>324129510048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1886843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Why This Matters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6254" y="2630190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Online reviews drive purchasing decisions and brand reputation. Sophisticated fake reviews erode trust, mislead customers, and distort analytics — creating regulatory and business risks for platforms and merchants.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96254" y="3972322"/>
            <a:ext cx="6371073" cy="998736"/>
          </a:xfrm>
          <a:prstGeom prst="roundRect">
            <a:avLst>
              <a:gd name="adj" fmla="val 2680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644" y="4223246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5974" y="4195266"/>
            <a:ext cx="561296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Goal: Restore confidence in review systems through automated, explainable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262783"/>
            <a:ext cx="4116086" cy="2332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966" y="2495550"/>
            <a:ext cx="6391710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Challenges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81966" y="3149699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volume and velocity of user-generated reviews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Adversarial writing and coordinated campaigns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Limited labeled data for new fraud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Need for explainability and low false positives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486620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Solution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229967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Combine Python-based text preprocessing and NLP with metadata and behavioral analytics. Feed engineered features into supervised and ensemble ML classifiers to score reviews for authenticity and surface suspicious accounts and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2352873"/>
            <a:ext cx="5253898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Text Mining &amp; NLP Features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24368" y="3007023"/>
            <a:ext cx="5253898" cy="161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Tokenization, lemmatization, stop-word filtering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TF-IDF, n-grams, POS tags, readability metrics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Pretrained embeddings (BERT/RoBERTa) + fine-tuning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Sentiment polarity, emotion vectors, hallucination detection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779" y="1940322"/>
            <a:ext cx="5253898" cy="2977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262783"/>
            <a:ext cx="4116086" cy="2332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966" y="2495550"/>
            <a:ext cx="6391710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Metadata &amp; Behavioral Signals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81966" y="3149699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Reviewer history, frequency, and burst posting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Account age, device/agent fingerprint consistency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Rating distribution anomalies and temporal correlation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IP/geo clustering and cross-product activity graphs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486620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Modeling &amp; Architecture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229967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a hybrid modeling stack: feature-based classifiers (XGBoost, Random Forest), neural encoders (fine-tuned transformers), and anomaly detectors. Combine with calibration and an ensemble meta-learner to produce an explainable authenticity score.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233" y="1135955"/>
            <a:ext cx="6427131" cy="38146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5627" y="3891380"/>
            <a:ext cx="1597657" cy="656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Report &amp; Review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5342141" y="3891380"/>
            <a:ext cx="1597657" cy="656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Extract &amp; Infer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3295827" y="4055527"/>
            <a:ext cx="1597657" cy="328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Ingest Data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24368" y="5151338"/>
            <a:ext cx="1094295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Pipeline ensures streaming ingestion, batch re-training, and real-time scoring with human-in-the-loop review for edge cases.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1779191"/>
            <a:ext cx="5822804" cy="32996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8685" y="1550293"/>
            <a:ext cx="4684992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Outcomes &amp; KPIs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888685" y="2204442"/>
            <a:ext cx="4684992" cy="1899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Precision and recall on labeled fraud sets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Reduction in fraudulent reviews reaching product pages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Increase in user trust metrics and conversion lift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Operational metrics: latency, throughput, and false-positive rate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88685" y="4304506"/>
            <a:ext cx="4684992" cy="980877"/>
          </a:xfrm>
          <a:prstGeom prst="roundRect">
            <a:avLst>
              <a:gd name="adj" fmla="val 2728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076" y="4574480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8405" y="4509591"/>
            <a:ext cx="3926881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Include A/B tests and manual review loops for continuous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534987"/>
            <a:ext cx="6371073" cy="906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Next Steps &amp; Implementation Roadmap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6254" y="1684933"/>
            <a:ext cx="2015678" cy="33929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02049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385261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Proof of Concept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385261" y="3028950"/>
            <a:ext cx="1637664" cy="159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Integrate ingestion, build baseline models, and validate on historical labeled data.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3951" y="1684933"/>
            <a:ext cx="2015678" cy="33929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79746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562958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Pilot Deployment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562958" y="3028950"/>
            <a:ext cx="1637664" cy="159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 in shadow mode on live traffic, tune thresholds, and collect human review labels.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1649" y="1684933"/>
            <a:ext cx="2015678" cy="33929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57444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40656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Scale &amp; Monitor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740656" y="3028950"/>
            <a:ext cx="1637664" cy="1859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Automate retraining, add streaming scoring, and embed dashboards for ops and trust teams.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196254" y="5260181"/>
            <a:ext cx="6371073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Prompt for Gamma.ai PPT generation: Provide these 10 slide contents (title + short bullets + visual guidance) as input to Gamma.ai to automatically create a professional deck for product managers and technical decision-makers.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 Medium</vt:lpstr>
      <vt:lpstr>Brygada 1918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Elijah Casper</dc:creator>
  <cp:lastModifiedBy>Elijah Casper</cp:lastModifiedBy>
  <cp:revision>2</cp:revision>
  <dcterms:created xsi:type="dcterms:W3CDTF">2026-09-30T15:09:09Z</dcterms:created>
  <dcterms:modified xsi:type="dcterms:W3CDTF">2026-10-05T06:29:49Z</dcterms:modified>
</cp:coreProperties>
</file>